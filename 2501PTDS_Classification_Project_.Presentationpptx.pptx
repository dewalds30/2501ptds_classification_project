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2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4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0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5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4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72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9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3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1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5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36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26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148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04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2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3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2501PTDS Classification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A500"/>
                </a:solidFill>
              </a:defRPr>
            </a:pPr>
            <a:r>
              <a:t>Analysing News Articles Dataset with Streamlit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375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This project builds machine learning models to classify news articles into categories like Business, Technology, Sports, Education, and Entertainment.</a:t>
            </a:r>
            <a:br/>
            <a:br/>
            <a:r>
              <a:t>It demonstrates a complete workflow from data preprocessing and model training to evaluation and deployment using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375A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The dataset contains:</a:t>
            </a:r>
            <a:br/>
            <a:r>
              <a:t>- Headlines</a:t>
            </a:r>
            <a:br/>
            <a:r>
              <a:t>- Description</a:t>
            </a:r>
            <a:br/>
            <a:r>
              <a:t>- Content</a:t>
            </a:r>
            <a:br/>
            <a:r>
              <a:t>- URL</a:t>
            </a:r>
            <a:br/>
            <a:r>
              <a:t>- Category (target)</a:t>
            </a:r>
            <a:br/>
            <a:br/>
            <a:r>
              <a:t>Categories include Business, Education, Entertainment, Sports, and Technology.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375A"/>
                </a:solidFill>
              </a:defRPr>
            </a:pPr>
            <a:r>
              <a:t>Tools &amp;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Core technologies:</a:t>
            </a:r>
            <a:br/>
            <a:r>
              <a:t>- Python</a:t>
            </a:r>
            <a:br/>
            <a:r>
              <a:t>- Pandas, NumPy, Matplotlib</a:t>
            </a:r>
            <a:br/>
            <a:r>
              <a:t>- nltk, scikit-learn</a:t>
            </a:r>
            <a:br/>
            <a:r>
              <a:t>- Streamlit</a:t>
            </a:r>
            <a:br/>
            <a:r>
              <a:t>- pickle</a:t>
            </a:r>
            <a:br/>
            <a:br/>
            <a:r>
              <a:t>These libraries support text preprocessing, model training, and app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375A"/>
                </a:solidFill>
              </a:defRPr>
            </a:pPr>
            <a:r>
              <a:t>Streamlit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The model was deployed as an interactive web application using Streamlit.</a:t>
            </a:r>
            <a:br/>
            <a:br/>
            <a:r>
              <a:t>🔗 Access the app here:</a:t>
            </a:r>
            <a:br/>
            <a:r>
              <a:t>https://dewalds30-2501ptds-classification-proj-streamlitbase-app-gzpcko.streamlit.app/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375A"/>
                </a:solidFill>
              </a:defRPr>
            </a:pPr>
            <a:r>
              <a:t>Team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👥 Project Contributors:</a:t>
            </a:r>
            <a:br/>
            <a:r>
              <a:t>- Willie Foster (wktkfoster@gmail.com)</a:t>
            </a:r>
            <a:br/>
            <a:r>
              <a:t>- Mahen Pillay (mahen308@gmail.com)</a:t>
            </a:r>
            <a:br/>
            <a:r>
              <a:t>- Dewald Scriven (dewald.scriven@gmail.com)</a:t>
            </a:r>
            <a:br/>
            <a:br/>
            <a:r>
              <a:t>Together, we built and deployed a functional NLP classification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222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Mahen Pillay</cp:lastModifiedBy>
  <cp:revision>2</cp:revision>
  <dcterms:created xsi:type="dcterms:W3CDTF">2013-01-27T09:14:16Z</dcterms:created>
  <dcterms:modified xsi:type="dcterms:W3CDTF">2025-10-22T18:03:46Z</dcterms:modified>
  <cp:category/>
</cp:coreProperties>
</file>